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365760"/>
            <a:ext cx="3657600" cy="411480"/>
          </a:xfrm>
          <a:prstGeom prst="round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65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Systèmes IoT &amp; Bases de Données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— InfluxDB + MongoDB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Requêtes IoT — Abidjan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286000" y="2331720"/>
            <a:ext cx="4572000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38404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KONATE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46320" y="2514600"/>
            <a:ext cx="3840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KOUADIO KOUASSI HIPOLITE</a:t>
            </a:r>
            <a:endParaRPr lang="en-US" sz="12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AMONCOU DIOM SEBASTIEN</a:t>
            </a:r>
            <a:endParaRPr lang="en-US" sz="12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COMOE EDGAR JUNIOR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— Master 1 BD &amp; GL     |     Mai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886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TP1, nouveaux objectifs TP2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conteneurs Docker : IoT end-to-end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075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MongoDB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0428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JSON Schema, 5 devices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51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70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898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index optimisés — règle ESR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Q1 à Q5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4930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alertes, stats et jointures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58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873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résolutions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502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453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Conclusion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Résultats, GitHub, comparaison BD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 — Rappel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Stack MQTT + InfluxDB + Grafana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conteneurs Docker déployés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Capteurs DHT22 ESP32 (Abidjan)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Requêtes Flux QL (R1–R5)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Pushé sur GitHub 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1A5276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— Objectifs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Ajouter MongoDB 7 + Mongo-Express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Modéliser devices &amp; events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Validation JSON Schema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6 index optimisés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Requêtes Q1–Q5 + analyse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Comparer InfluxDB vs MongoDB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Température &amp; humidité — Cocody, Plateau, Yopougon, Abobo, Koumassi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6 Conteneurs Docker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1883/9001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221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InfluxDB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2221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temporelles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2221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274320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142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27017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documentaire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0" y="4142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880360"/>
            <a:ext cx="2743200" cy="1600200"/>
          </a:xfrm>
          <a:prstGeom prst="rect">
            <a:avLst/>
          </a:prstGeom>
          <a:solidFill>
            <a:srgbClr val="1C2833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880360"/>
            <a:ext cx="27432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Mongo-Express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2648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26480" y="4142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running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MongoDB — iot_abidjan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886200"/>
          </a:xfrm>
          <a:prstGeom prst="rect">
            <a:avLst/>
          </a:prstGeom>
          <a:solidFill>
            <a:srgbClr val="F2F3F4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Collection : devices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65760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463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4630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659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9659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365760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688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4688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4688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718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29718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9718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active/inactive/maintenance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 — JSON Schema actif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914400"/>
            <a:ext cx="3840480" cy="3886200"/>
          </a:xfrm>
          <a:prstGeom prst="rect">
            <a:avLst/>
          </a:prstGeom>
          <a:solidFill>
            <a:srgbClr val="F2F3F4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914400"/>
            <a:ext cx="384048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Collection : events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1463040"/>
            <a:ext cx="3657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4630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14630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devices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1920240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9202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19202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19202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ISODate UTC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2377440"/>
            <a:ext cx="3657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3774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3774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52360" y="23774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(DHT22)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2834640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8346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28346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52360" y="28346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(DHT22)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3291840"/>
            <a:ext cx="3657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291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37960" y="32918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52360" y="3291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documents — TTL 90j prévu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0" y="2834640"/>
            <a:ext cx="914400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MongoDB — Performance Optimisée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devices — Empêche les doublons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109728" cy="1188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devices — Filtrage par commune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devices — Sélection actif/inactif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109728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Composé (ESR)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device_id_1_timestamp_-1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9443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events — Règle ESR — requêtes temporelles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10972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events — Derniers événements en O(log 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109728" cy="1188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959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315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: events — Jointures $lookup rapides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MongoDB Q1 — Q5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640080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863840" cy="658368"/>
          </a:xfrm>
          <a:prstGeom prst="rect">
            <a:avLst/>
          </a:prstGeom>
          <a:solidFill>
            <a:srgbClr val="F2F3F4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41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par device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find().sort().limit()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02412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events ESP32_001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64008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1737360"/>
            <a:ext cx="7863840" cy="658368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64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moy. par commune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$group + $avg + $sort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84708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Koumassi 29.55°C | Cocody 26.75°C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640080" cy="65836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03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2560320"/>
            <a:ext cx="7863840" cy="658368"/>
          </a:xfrm>
          <a:prstGeom prst="rect">
            <a:avLst/>
          </a:prstGeom>
          <a:solidFill>
            <a:srgbClr val="F2F3F4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587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temp. &gt; 30°C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find({ temp: {$gt:30} })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67004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alertes — Abobo &amp; Koumassi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64008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832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5840" y="3383280"/>
            <a:ext cx="7863840" cy="658368"/>
          </a:xfrm>
          <a:prstGeom prst="rect">
            <a:avLst/>
          </a:prstGeom>
          <a:solidFill>
            <a:srgbClr val="F2F3F4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410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actifs + nb events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$match + $lookup + $project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49300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devices actifs, 10 events chacun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64008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062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5840" y="4206240"/>
            <a:ext cx="7863840" cy="658368"/>
          </a:xfrm>
          <a:prstGeom prst="rect">
            <a:avLst/>
          </a:prstGeom>
          <a:solidFill>
            <a:srgbClr val="F2F3F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233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min/max/avg (24h)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$match + $group + $sort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43159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 25°C | Max 31.3°C | Moy 28.0°C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Disque plein 100% (65 MB)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docker system prune -af + suppression dossiers TP1 → 5 GB libérés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telegraf.conf = répertoire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898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rm -rf + recréation avec cat &gt; fichier &lt;&lt; 'EOF'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31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Conflits noms conteneurs Docker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614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docker rm -f influxdb mosquitto grafana telegraf avant 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31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JSON Schema : int vs double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614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collMod avec bsonType: ['double','int'] + formules non-entières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Mosquitto : config absente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33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mkdir -p mosquitto/config + fichier listener 1883/9001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1C2833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: dépôt introuvable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3840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133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Création manuelle + underscore tp2_iot_abidjan + git remote set-url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— InfluxDB vs MongoDB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84048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2.7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Séries temporelles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Mesures + tags + champs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auto : 7 jours (bucket)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: Flux QL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: ❌ Non supportées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TP : Ingestion temps réel MQTT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3840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914400"/>
            <a:ext cx="38404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Documents NoSQL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JSON flexible + validation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TTL index (configurable)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: MQL + Aggregation Pipeline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: ✅ $lookup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TP : Modélisation + analyse histo.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468880"/>
            <a:ext cx="1280160" cy="1005840"/>
          </a:xfrm>
          <a:prstGeom prst="ellipse">
            <a:avLst/>
          </a:prstGeom>
          <a:solidFill>
            <a:srgbClr val="1A5276"/>
          </a:solidFill>
          <a:ln w="254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468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54480" cy="1188720"/>
          </a:xfrm>
          <a:prstGeom prst="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914400"/>
            <a:ext cx="1554480" cy="1188720"/>
          </a:xfrm>
          <a:prstGeom prst="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93392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2464" y="914400"/>
            <a:ext cx="1554480" cy="1188720"/>
          </a:xfrm>
          <a:prstGeom prst="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12464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31536" y="914400"/>
            <a:ext cx="1554480" cy="1188720"/>
          </a:xfrm>
          <a:prstGeom prst="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31536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50608" y="914400"/>
            <a:ext cx="1554480" cy="1188720"/>
          </a:xfrm>
          <a:prstGeom prst="rect">
            <a:avLst/>
          </a:prstGeom>
          <a:solidFill>
            <a:srgbClr val="2E86C1">
              <a:alpha val="8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50608" y="1554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8595360" cy="2377440"/>
          </a:xfrm>
          <a:prstGeom prst="rect">
            <a:avLst/>
          </a:prstGeom>
          <a:solidFill>
            <a:srgbClr val="1B263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 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Déploiement stack IoT 6 services avec Docker Compose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Modélisation NoSQL avec validation JSON Schema MongoDB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Création d'index optimisés (ESR, unique, composé)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Développement de pipelines d'agrégation MongoDB avancés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Comparaison et choix de BD selon le cas d'usage IoT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github.com/ichmochtegrosse-cell/tp2_iot_abidjan   |   Encadrant : Dr. KONATE   |   Mai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IoT Abidjan - InfluxDB + MongoDB</dc:title>
  <dc:subject>PptxGenJS Presentation</dc:subject>
  <dc:creator>PptxGenJS</dc:creator>
  <cp:lastModifiedBy>PptxGenJS</cp:lastModifiedBy>
  <cp:revision>1</cp:revision>
  <dcterms:created xsi:type="dcterms:W3CDTF">2026-05-05T23:47:31Z</dcterms:created>
  <dcterms:modified xsi:type="dcterms:W3CDTF">2026-05-05T23:47:31Z</dcterms:modified>
</cp:coreProperties>
</file>